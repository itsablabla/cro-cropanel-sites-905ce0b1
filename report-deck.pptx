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(80/100)  ·  10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guiding initial visitor engagement towards a clear next step, is bleeding value because the homepage fails to communicate what is offered or why it is better, and provides no internal path forward. As evidence, 'the hero copy is generic placeholder text that fails to communicate what is offered or why it is better,' and 'the homepage offers only one CTA that exits to an external domain, creating a shallow funnel with no internal next step.'</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2.1–9.4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Six standard security headers are absent, weakening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Single-Step External Funnel</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offers only one CTA that exits to an external domain, creating a shallow funnel with no internal next step.</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Missing Value Proposition</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hero copy is generic placeholder text that fails to communicate what is offered or why it is better.</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H1 Lacks Product Clarity</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h1 only names the domain and does not orient visitors on what is sold or why it is better.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CTA Disconnected Offering</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only CTA links to a documentation site and does not reference any product or value, leaving the visitor without a cl</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due to missing or improperly sized page title, meta description, and Open Graph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Single-Step External Funnel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only call to action on the page is “Learn more”."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offers only one CTA that exits to an external domain, creating a shallow funnel with no internal next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hero copy is generic placeholder text that fails to communicate what is offered or why it is better.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H1 Lacks Product Clarity</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“Example Domain”."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h1 only names the domain and does not orient visitors on what is sold or why it is better.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CTA Disconnected Offering</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only call to action on the page is “Learn more”."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only CTA links to a documentation site and does not reference any product or value, leaving the visitor without a clear next step tied to the offering.</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Missing Value Proposition</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Single-Step External Funnel</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H1 Lacks Product Clarity</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CTA Disconnected Offering</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